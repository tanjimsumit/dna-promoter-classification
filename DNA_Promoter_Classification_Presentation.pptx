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DNA Promoter Classification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Machine Learning Approach</a:t>
            </a:r>
          </a:p>
          <a:p>
            <a:r>
              <a:t>Author: S M Tanjimul Haque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Classify DNA sequences as Promoter or Non-Promoter using ML models.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106 DNA sequences</a:t>
            </a:r>
          </a:p>
          <a:p>
            <a:r>
              <a:t>Length: 57 nucleotides</a:t>
            </a:r>
          </a:p>
          <a:p>
            <a:r>
              <a:t>Binary classification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Sequence structuring</a:t>
            </a:r>
          </a:p>
          <a:p>
            <a:r>
              <a:t>• One-hot encoding</a:t>
            </a:r>
          </a:p>
          <a:p>
            <a:r>
              <a:t>• Train-test split (75/25)</a:t>
            </a:r>
          </a:p>
          <a:p>
            <a:r>
              <a:t>• 10-fold cross-validation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KNN, Gaussian Process, Decision Tree</a:t>
            </a:r>
          </a:p>
          <a:p>
            <a:r>
              <a:t>Random Forest, MLP</a:t>
            </a:r>
          </a:p>
          <a:p>
            <a:r>
              <a:t>AdaBoost, Naive Bayes</a:t>
            </a:r>
          </a:p>
          <a:p>
            <a:r>
              <a:t>SVM (Linear, RBF, Sigmoid)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Evaluation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Accuracy</a:t>
            </a:r>
          </a:p>
          <a:p>
            <a:r>
              <a:t>Precision</a:t>
            </a:r>
          </a:p>
          <a:p>
            <a:r>
              <a:t>Recall</a:t>
            </a:r>
          </a:p>
          <a:p>
            <a:r>
              <a:t>F1-Score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Kernel-based and ensemble models showed strong performance.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Machine learning effectively classifies promoter sequences.</a:t>
            </a:r>
          </a:p>
          <a:p>
            <a:r>
              <a:t>Future work: Hyperparameter tuning, CNN models.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